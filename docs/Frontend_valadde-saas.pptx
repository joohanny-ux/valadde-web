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6" autoAdjust="0"/>
    <p:restoredTop sz="94660"/>
  </p:normalViewPr>
  <p:slideViewPr>
    <p:cSldViewPr snapToGrid="0">
      <p:cViewPr>
        <p:scale>
          <a:sx n="120" d="100"/>
          <a:sy n="120" d="100"/>
        </p:scale>
        <p:origin x="1028" y="-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B96F-75FA-4018-AF71-5D8307D29E8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E448-DD8A-45C4-92F1-C74586170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4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B96F-75FA-4018-AF71-5D8307D29E8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E448-DD8A-45C4-92F1-C74586170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595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B96F-75FA-4018-AF71-5D8307D29E8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E448-DD8A-45C4-92F1-C74586170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624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B96F-75FA-4018-AF71-5D8307D29E8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E448-DD8A-45C4-92F1-C74586170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9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B96F-75FA-4018-AF71-5D8307D29E8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E448-DD8A-45C4-92F1-C74586170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167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B96F-75FA-4018-AF71-5D8307D29E8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E448-DD8A-45C4-92F1-C74586170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72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B96F-75FA-4018-AF71-5D8307D29E8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E448-DD8A-45C4-92F1-C74586170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139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B96F-75FA-4018-AF71-5D8307D29E8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E448-DD8A-45C4-92F1-C74586170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684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B96F-75FA-4018-AF71-5D8307D29E8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E448-DD8A-45C4-92F1-C74586170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247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B96F-75FA-4018-AF71-5D8307D29E8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E448-DD8A-45C4-92F1-C74586170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013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DB96F-75FA-4018-AF71-5D8307D29E8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E448-DD8A-45C4-92F1-C74586170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724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0DB96F-75FA-4018-AF71-5D8307D29E8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EE448-DD8A-45C4-92F1-C74586170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657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79A576-A773-F865-F53F-213F2140F2C8}"/>
              </a:ext>
            </a:extLst>
          </p:cNvPr>
          <p:cNvSpPr txBox="1"/>
          <p:nvPr/>
        </p:nvSpPr>
        <p:spPr>
          <a:xfrm>
            <a:off x="127591" y="96246"/>
            <a:ext cx="2275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Main Page </a:t>
            </a:r>
            <a:r>
              <a:rPr lang="ko-KR" altLang="en-US" sz="1200" b="1" dirty="0"/>
              <a:t>구조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B257AF0-B221-CB30-0085-54FE32CD4C01}"/>
              </a:ext>
            </a:extLst>
          </p:cNvPr>
          <p:cNvGrpSpPr/>
          <p:nvPr/>
        </p:nvGrpSpPr>
        <p:grpSpPr>
          <a:xfrm>
            <a:off x="331786" y="870172"/>
            <a:ext cx="6120000" cy="730028"/>
            <a:chOff x="331786" y="870172"/>
            <a:chExt cx="6120000" cy="730028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BE85005-6D07-835A-DEBC-124C6CFB01D0}"/>
                </a:ext>
              </a:extLst>
            </p:cNvPr>
            <p:cNvSpPr/>
            <p:nvPr/>
          </p:nvSpPr>
          <p:spPr>
            <a:xfrm>
              <a:off x="331786" y="870172"/>
              <a:ext cx="6120000" cy="7300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CB104F-4EF9-4DEC-153F-22053B06E9EA}"/>
                </a:ext>
              </a:extLst>
            </p:cNvPr>
            <p:cNvSpPr txBox="1"/>
            <p:nvPr/>
          </p:nvSpPr>
          <p:spPr>
            <a:xfrm>
              <a:off x="406214" y="933415"/>
              <a:ext cx="2880494" cy="27699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HEADER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067073-2152-F683-D29E-0BCEB43E56D0}"/>
              </a:ext>
            </a:extLst>
          </p:cNvPr>
          <p:cNvSpPr/>
          <p:nvPr/>
        </p:nvSpPr>
        <p:spPr>
          <a:xfrm>
            <a:off x="331786" y="1665840"/>
            <a:ext cx="6120000" cy="180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3B7A886-3C5E-84D2-A1D6-9E808C6412A7}"/>
              </a:ext>
            </a:extLst>
          </p:cNvPr>
          <p:cNvSpPr/>
          <p:nvPr/>
        </p:nvSpPr>
        <p:spPr>
          <a:xfrm>
            <a:off x="331786" y="5424449"/>
            <a:ext cx="6120000" cy="180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0B789D6-B57C-60FD-01A5-4D17965FDB8E}"/>
              </a:ext>
            </a:extLst>
          </p:cNvPr>
          <p:cNvGrpSpPr/>
          <p:nvPr/>
        </p:nvGrpSpPr>
        <p:grpSpPr>
          <a:xfrm>
            <a:off x="331786" y="3537170"/>
            <a:ext cx="6120000" cy="1800000"/>
            <a:chOff x="331786" y="3537170"/>
            <a:chExt cx="6120000" cy="180000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08FF915-D5E7-03E1-6044-AFEA156268BE}"/>
                </a:ext>
              </a:extLst>
            </p:cNvPr>
            <p:cNvSpPr/>
            <p:nvPr/>
          </p:nvSpPr>
          <p:spPr>
            <a:xfrm>
              <a:off x="331786" y="3537170"/>
              <a:ext cx="6120000" cy="180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F8B624A6-0BD4-14BF-15FE-DBA2732A9506}"/>
                </a:ext>
              </a:extLst>
            </p:cNvPr>
            <p:cNvGrpSpPr/>
            <p:nvPr/>
          </p:nvGrpSpPr>
          <p:grpSpPr>
            <a:xfrm>
              <a:off x="1488558" y="3892251"/>
              <a:ext cx="3806457" cy="1089838"/>
              <a:chOff x="1488558" y="3892251"/>
              <a:chExt cx="3806457" cy="1089838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3FD0B889-FF50-78A3-D81F-5D665B4907DD}"/>
                  </a:ext>
                </a:extLst>
              </p:cNvPr>
              <p:cNvSpPr/>
              <p:nvPr/>
            </p:nvSpPr>
            <p:spPr>
              <a:xfrm>
                <a:off x="1488558" y="3892252"/>
                <a:ext cx="1052623" cy="1089837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BE8AA81E-06AE-8EA1-0A38-3264D948C1BF}"/>
                  </a:ext>
                </a:extLst>
              </p:cNvPr>
              <p:cNvSpPr/>
              <p:nvPr/>
            </p:nvSpPr>
            <p:spPr>
              <a:xfrm>
                <a:off x="2865475" y="3892251"/>
                <a:ext cx="1052623" cy="1089837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B625FBF2-86B5-77B5-24CB-DC620C5FF464}"/>
                  </a:ext>
                </a:extLst>
              </p:cNvPr>
              <p:cNvSpPr/>
              <p:nvPr/>
            </p:nvSpPr>
            <p:spPr>
              <a:xfrm>
                <a:off x="4242392" y="3892251"/>
                <a:ext cx="1052623" cy="1089837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02E0B91-E3BA-5544-8434-863D217EFF0D}"/>
              </a:ext>
            </a:extLst>
          </p:cNvPr>
          <p:cNvSpPr txBox="1"/>
          <p:nvPr/>
        </p:nvSpPr>
        <p:spPr>
          <a:xfrm>
            <a:off x="427479" y="1721186"/>
            <a:ext cx="2880494" cy="276999"/>
          </a:xfrm>
          <a:prstGeom prst="rect">
            <a:avLst/>
          </a:prstGeom>
          <a:noFill/>
          <a:ln w="28575"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/>
              <a:t>Business Intro Image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C82116-FA8E-0A6B-93C4-5218D4430A0C}"/>
              </a:ext>
            </a:extLst>
          </p:cNvPr>
          <p:cNvSpPr txBox="1"/>
          <p:nvPr/>
        </p:nvSpPr>
        <p:spPr>
          <a:xfrm>
            <a:off x="427479" y="3579588"/>
            <a:ext cx="2880494" cy="276999"/>
          </a:xfrm>
          <a:prstGeom prst="rect">
            <a:avLst/>
          </a:prstGeom>
          <a:noFill/>
          <a:ln w="28575"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/>
              <a:t>User Intro Image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AFCB55-1332-E672-5DC3-A4B4C73A7401}"/>
              </a:ext>
            </a:extLst>
          </p:cNvPr>
          <p:cNvSpPr txBox="1"/>
          <p:nvPr/>
        </p:nvSpPr>
        <p:spPr>
          <a:xfrm>
            <a:off x="427479" y="5553751"/>
            <a:ext cx="2880494" cy="276999"/>
          </a:xfrm>
          <a:prstGeom prst="rect">
            <a:avLst/>
          </a:prstGeom>
          <a:noFill/>
          <a:ln w="28575"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/>
              <a:t>Operation Flow Image</a:t>
            </a:r>
            <a:endParaRPr lang="ko-KR" altLang="en-US" sz="1200" b="1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80317E4-0903-8860-4C86-6A3047F53303}"/>
              </a:ext>
            </a:extLst>
          </p:cNvPr>
          <p:cNvGrpSpPr/>
          <p:nvPr/>
        </p:nvGrpSpPr>
        <p:grpSpPr>
          <a:xfrm>
            <a:off x="331786" y="7311728"/>
            <a:ext cx="6120000" cy="730028"/>
            <a:chOff x="331786" y="870172"/>
            <a:chExt cx="6120000" cy="730028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5B7AB9D8-D43F-FF08-F011-2422C78287BC}"/>
                </a:ext>
              </a:extLst>
            </p:cNvPr>
            <p:cNvSpPr/>
            <p:nvPr/>
          </p:nvSpPr>
          <p:spPr>
            <a:xfrm>
              <a:off x="331786" y="870172"/>
              <a:ext cx="6120000" cy="7300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727DC99-F417-9B20-265C-315431D6D83F}"/>
                </a:ext>
              </a:extLst>
            </p:cNvPr>
            <p:cNvSpPr txBox="1"/>
            <p:nvPr/>
          </p:nvSpPr>
          <p:spPr>
            <a:xfrm>
              <a:off x="406214" y="933415"/>
              <a:ext cx="2880494" cy="27699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FOOTER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6" name="그림 35">
            <a:extLst>
              <a:ext uri="{FF2B5EF4-FFF2-40B4-BE49-F238E27FC236}">
                <a16:creationId xmlns:a16="http://schemas.microsoft.com/office/drawing/2014/main" id="{DC5CC5C2-C794-C172-B682-9C1ECF200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79" y="8945317"/>
            <a:ext cx="4433777" cy="171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1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DC0911CA-9586-26B4-4FD2-77DA593EB707}"/>
              </a:ext>
            </a:extLst>
          </p:cNvPr>
          <p:cNvGrpSpPr/>
          <p:nvPr/>
        </p:nvGrpSpPr>
        <p:grpSpPr>
          <a:xfrm>
            <a:off x="69113" y="870172"/>
            <a:ext cx="6725093" cy="730028"/>
            <a:chOff x="90377" y="870172"/>
            <a:chExt cx="6725093" cy="730028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86D5A49-8E51-0469-DF79-4E59C9A4554F}"/>
                </a:ext>
              </a:extLst>
            </p:cNvPr>
            <p:cNvSpPr/>
            <p:nvPr/>
          </p:nvSpPr>
          <p:spPr>
            <a:xfrm>
              <a:off x="90377" y="870172"/>
              <a:ext cx="6725093" cy="730028"/>
            </a:xfrm>
            <a:prstGeom prst="rect">
              <a:avLst/>
            </a:prstGeom>
            <a:solidFill>
              <a:srgbClr val="2222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3E5F2E6-7CEC-405A-FD9F-252EAD4ED738}"/>
                </a:ext>
              </a:extLst>
            </p:cNvPr>
            <p:cNvSpPr txBox="1"/>
            <p:nvPr/>
          </p:nvSpPr>
          <p:spPr>
            <a:xfrm>
              <a:off x="406214" y="1127462"/>
              <a:ext cx="890958" cy="21544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800" dirty="0">
                  <a:solidFill>
                    <a:schemeClr val="bg1"/>
                  </a:solidFill>
                </a:rPr>
                <a:t>Logo Image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6439277-D9AC-56A5-A2E0-74EC18D7A7AB}"/>
                </a:ext>
              </a:extLst>
            </p:cNvPr>
            <p:cNvSpPr txBox="1"/>
            <p:nvPr/>
          </p:nvSpPr>
          <p:spPr>
            <a:xfrm>
              <a:off x="1650223" y="1127462"/>
              <a:ext cx="890958" cy="21544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800" dirty="0">
                  <a:solidFill>
                    <a:schemeClr val="bg1"/>
                  </a:solidFill>
                </a:rPr>
                <a:t>About Us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DC669BC-93A1-D8EF-6A6A-8503BDBA64F4}"/>
                </a:ext>
              </a:extLst>
            </p:cNvPr>
            <p:cNvSpPr txBox="1"/>
            <p:nvPr/>
          </p:nvSpPr>
          <p:spPr>
            <a:xfrm>
              <a:off x="2161675" y="1127462"/>
              <a:ext cx="890958" cy="21544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800" dirty="0">
                  <a:solidFill>
                    <a:schemeClr val="bg1"/>
                  </a:solidFill>
                </a:rPr>
                <a:t>Products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69C77D6-1C03-D1BC-99AA-5A8BE3EE8A72}"/>
                </a:ext>
              </a:extLst>
            </p:cNvPr>
            <p:cNvSpPr txBox="1"/>
            <p:nvPr/>
          </p:nvSpPr>
          <p:spPr>
            <a:xfrm>
              <a:off x="2683757" y="1127462"/>
              <a:ext cx="890958" cy="21544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800" dirty="0">
                  <a:solidFill>
                    <a:schemeClr val="bg1"/>
                  </a:solidFill>
                </a:rPr>
                <a:t>Brands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A9A6908-5BB5-F18D-31A9-7D18686C91AB}"/>
                </a:ext>
              </a:extLst>
            </p:cNvPr>
            <p:cNvSpPr txBox="1"/>
            <p:nvPr/>
          </p:nvSpPr>
          <p:spPr>
            <a:xfrm>
              <a:off x="5395060" y="1127462"/>
              <a:ext cx="890958" cy="21544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800" dirty="0">
                  <a:solidFill>
                    <a:schemeClr val="bg1"/>
                  </a:solidFill>
                </a:rPr>
                <a:t>Log In I Sign Up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32317E6A-2EFF-9F38-8123-CB9F818DE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2297" t="8612" r="10332" b="43337"/>
            <a:stretch>
              <a:fillRect/>
            </a:stretch>
          </p:blipFill>
          <p:spPr>
            <a:xfrm>
              <a:off x="4125435" y="1127462"/>
              <a:ext cx="1078239" cy="273838"/>
            </a:xfrm>
            <a:prstGeom prst="rect">
              <a:avLst/>
            </a:prstGeom>
          </p:spPr>
        </p:pic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2BD01B2B-DA1E-BFAB-A32F-8DF4A6541DCB}"/>
                </a:ext>
              </a:extLst>
            </p:cNvPr>
            <p:cNvSpPr/>
            <p:nvPr/>
          </p:nvSpPr>
          <p:spPr>
            <a:xfrm>
              <a:off x="6224818" y="1163311"/>
              <a:ext cx="540000" cy="144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616AC80-4D2E-C435-DA55-AA178DCB93F2}"/>
                </a:ext>
              </a:extLst>
            </p:cNvPr>
            <p:cNvSpPr txBox="1"/>
            <p:nvPr/>
          </p:nvSpPr>
          <p:spPr>
            <a:xfrm>
              <a:off x="6253158" y="1185378"/>
              <a:ext cx="468000" cy="10800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600" dirty="0"/>
                <a:t>한국어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E912F23-1B73-D298-B30C-BF5B4F08CD34}"/>
              </a:ext>
            </a:extLst>
          </p:cNvPr>
          <p:cNvGrpSpPr/>
          <p:nvPr/>
        </p:nvGrpSpPr>
        <p:grpSpPr>
          <a:xfrm>
            <a:off x="66453" y="1832418"/>
            <a:ext cx="6725093" cy="730028"/>
            <a:chOff x="90377" y="870172"/>
            <a:chExt cx="6725093" cy="730028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123B912-3C40-D187-6C02-1941B694FE92}"/>
                </a:ext>
              </a:extLst>
            </p:cNvPr>
            <p:cNvSpPr/>
            <p:nvPr/>
          </p:nvSpPr>
          <p:spPr>
            <a:xfrm>
              <a:off x="90377" y="870172"/>
              <a:ext cx="6725093" cy="730028"/>
            </a:xfrm>
            <a:prstGeom prst="rect">
              <a:avLst/>
            </a:prstGeom>
            <a:solidFill>
              <a:srgbClr val="2222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4A92707-6565-B354-6163-71B17F1482E3}"/>
                </a:ext>
              </a:extLst>
            </p:cNvPr>
            <p:cNvSpPr txBox="1"/>
            <p:nvPr/>
          </p:nvSpPr>
          <p:spPr>
            <a:xfrm>
              <a:off x="406214" y="1127462"/>
              <a:ext cx="890958" cy="21544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800" dirty="0">
                  <a:solidFill>
                    <a:schemeClr val="bg1"/>
                  </a:solidFill>
                </a:rPr>
                <a:t>Logo Image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62CA67A-4567-0DCA-EA06-FD87F940CE83}"/>
                </a:ext>
              </a:extLst>
            </p:cNvPr>
            <p:cNvSpPr txBox="1"/>
            <p:nvPr/>
          </p:nvSpPr>
          <p:spPr>
            <a:xfrm>
              <a:off x="1650223" y="1127462"/>
              <a:ext cx="890958" cy="21544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800" dirty="0">
                  <a:solidFill>
                    <a:schemeClr val="bg1"/>
                  </a:solidFill>
                </a:rPr>
                <a:t>About Us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BA1CC47-97C9-D323-22AF-2BB3844265DB}"/>
                </a:ext>
              </a:extLst>
            </p:cNvPr>
            <p:cNvSpPr txBox="1"/>
            <p:nvPr/>
          </p:nvSpPr>
          <p:spPr>
            <a:xfrm>
              <a:off x="2161675" y="1127462"/>
              <a:ext cx="890958" cy="21544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800" dirty="0">
                  <a:solidFill>
                    <a:schemeClr val="bg1"/>
                  </a:solidFill>
                </a:rPr>
                <a:t>Products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A5F9529-B976-EB2E-3904-1714C70E4C04}"/>
                </a:ext>
              </a:extLst>
            </p:cNvPr>
            <p:cNvSpPr txBox="1"/>
            <p:nvPr/>
          </p:nvSpPr>
          <p:spPr>
            <a:xfrm>
              <a:off x="2683757" y="1127462"/>
              <a:ext cx="890958" cy="21544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800" dirty="0">
                  <a:solidFill>
                    <a:schemeClr val="bg1"/>
                  </a:solidFill>
                </a:rPr>
                <a:t>Brands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758D4F3-951E-B902-AAB2-D3706585C6C8}"/>
                </a:ext>
              </a:extLst>
            </p:cNvPr>
            <p:cNvSpPr txBox="1"/>
            <p:nvPr/>
          </p:nvSpPr>
          <p:spPr>
            <a:xfrm>
              <a:off x="5302989" y="1127462"/>
              <a:ext cx="983029" cy="21544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800" dirty="0">
                  <a:solidFill>
                    <a:schemeClr val="bg1"/>
                  </a:solidFill>
                </a:rPr>
                <a:t>My Page I Log Out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8C00C5E8-D226-00C0-A495-AE4B5633B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2297" t="8612" r="10332" b="43337"/>
            <a:stretch>
              <a:fillRect/>
            </a:stretch>
          </p:blipFill>
          <p:spPr>
            <a:xfrm>
              <a:off x="4167965" y="1127462"/>
              <a:ext cx="1078239" cy="273838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97986656-7F77-D18E-9AF8-A424DA8D0703}"/>
                </a:ext>
              </a:extLst>
            </p:cNvPr>
            <p:cNvSpPr/>
            <p:nvPr/>
          </p:nvSpPr>
          <p:spPr>
            <a:xfrm>
              <a:off x="6224818" y="1163311"/>
              <a:ext cx="540000" cy="144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C28BA5A-18C2-CC96-9DA8-B49E838E9A5C}"/>
                </a:ext>
              </a:extLst>
            </p:cNvPr>
            <p:cNvSpPr txBox="1"/>
            <p:nvPr/>
          </p:nvSpPr>
          <p:spPr>
            <a:xfrm>
              <a:off x="6253158" y="1185378"/>
              <a:ext cx="468000" cy="10800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600" dirty="0"/>
                <a:t>한국어</a:t>
              </a: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11E64E09-8D01-6E5C-7A6A-1EC53CD64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288"/>
          <a:stretch>
            <a:fillRect/>
          </a:stretch>
        </p:blipFill>
        <p:spPr>
          <a:xfrm>
            <a:off x="66453" y="2794664"/>
            <a:ext cx="6677206" cy="38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543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38</Words>
  <Application>Microsoft Office PowerPoint</Application>
  <PresentationFormat>와이드스크린</PresentationFormat>
  <Paragraphs>18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Joohan Kim</dc:creator>
  <cp:lastModifiedBy>Joohan Kim</cp:lastModifiedBy>
  <cp:revision>2</cp:revision>
  <dcterms:created xsi:type="dcterms:W3CDTF">2026-03-07T11:43:48Z</dcterms:created>
  <dcterms:modified xsi:type="dcterms:W3CDTF">2026-03-07T14:26:21Z</dcterms:modified>
</cp:coreProperties>
</file>